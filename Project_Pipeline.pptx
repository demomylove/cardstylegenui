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动态交互 Pipeline</a:t>
            </a:r>
            <a:endParaRPr lang="en-US" sz="2400" dirty="0"/>
          </a:p>
        </p:txBody>
      </p:sp>
      <p:pic>
        <p:nvPicPr>
          <p:cNvPr id="3" name="Image 0" descr="/Users/wurongquan/card-style-genui-rn/temp_pptx_gen/pipelin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2025-12-12T03:24:45Z</dcterms:created>
  <dcterms:modified xsi:type="dcterms:W3CDTF">2025-12-12T03:24:45Z</dcterms:modified>
</cp:coreProperties>
</file>